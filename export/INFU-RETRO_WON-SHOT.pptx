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104ac15-e531-6f05-9bf2-6b5e6155b82c}">
          <p14:sldIdLst>
            <p14:sldId id="256"/>
          </p14:sldIdLst>
        </p14:section>
        <p14:section name="01 문제 배경" id="{54ed0b20-84e2-96b4-f6fd-b08fa7155766}">
          <p14:sldIdLst>
            <p14:sldId id="257"/>
            <p14:sldId id="258"/>
            <p14:sldId id="259"/>
          </p14:sldIdLst>
        </p14:section>
        <p14:section name="02 기존 시스템의 한계" id="{6c5f2ae0-fc6f-b959-d66f-0a58bbf8f158}">
          <p14:sldIdLst>
            <p14:sldId id="260"/>
          </p14:sldIdLst>
        </p14:section>
        <p14:section name="03 아이디어 소개" id="{e9fa9b9c-d05a-3af6-8a9f-4404dea4ec69}">
          <p14:sldIdLst>
            <p14:sldId id="261"/>
            <p14:sldId id="262"/>
            <p14:sldId id="263"/>
          </p14:sldIdLst>
        </p14:section>
        <p14:section name="04 시연" id="{6beb6ca2-ecd0-f141-5426-1c7119258295}">
          <p14:sldIdLst>
            <p14:sldId id="264"/>
            <p14:sldId id="265"/>
            <p14:sldId id="266"/>
          </p14:sldIdLst>
        </p14:section>
        <p14:section name="05 시장분석" id="{5a06857d-cd93-4027-102e-f7b7d5b2d24b}">
          <p14:sldIdLst>
            <p14:sldId id="267"/>
          </p14:sldIdLst>
        </p14:section>
        <p14:section name="06 차별점" id="{1a36a036-ceef-2f93-c145-9f1a1078be10}">
          <p14:sldIdLst>
            <p14:sldId id="268"/>
            <p14:sldId id="269"/>
          </p14:sldIdLst>
        </p14:section>
        <p14:section name="07 제품 원가" id="{e33fa474-c6a8-15cd-af07-f85b8bcdbcde}">
          <p14:sldIdLst>
            <p14:sldId id="270"/>
          </p14:sldIdLst>
        </p14:section>
        <p14:section name="08 MOU 체결 현황" id="{df2cbfb4-9f87-2e09-1699-445712aa11a5}">
          <p14:sldIdLst>
            <p14:sldId id="271"/>
          </p14:sldIdLst>
        </p14:section>
        <p14:section name="09 시장 진입 전략" id="{abca4bdf-edf8-f84b-28a9-68f3a37b5497}">
          <p14:sldIdLst>
            <p14:sldId id="272"/>
          </p14:sldIdLst>
        </p14:section>
        <p14:section name="10 비즈니스 모델" id="{68545ebb-f83c-b4fa-3eab-c1d20b2e98c3}">
          <p14:sldIdLst>
            <p14:sldId id="273"/>
          </p14:sldIdLst>
        </p14:section>
        <p14:section name="11 기대효과" id="{f350c99a-d6c7-98f0-14da-5df07cc3686c}">
          <p14:sldIdLst>
            <p14:sldId id="274"/>
            <p14:sldId id="275"/>
          </p14:sldIdLst>
        </p14:section>
        <p14:section name="12 팀 소개" id="{d255fb30-5adf-bdac-5b5c-9ae8d890f707}">
          <p14:sldIdLst>
            <p14:sldId id="276"/>
            <p14:sldId id="277"/>
          </p14:sldIdLst>
        </p14:section>
        <p14:section name="마무리" id="{f40e7db5-df28-c278-1865-577e2721b08c}">
          <p14:sldIdLst>
            <p14:sldId id="278"/>
          </p14:sldIdLst>
        </p14:section>
        <p14:section name="부록" id="{2cf98cd7-4292-8099-c90d-6776f2d0d285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23 · 대본 약 11초
</a:t>
            </a:r>
            <a:br/>
            <a:r>
              <a:rPr lang="ko-KR" dirty="0"/>
              <a:t>안녕하십니까, 팀 WON SHOT입니다. AI로 구현한 자이로 센서로, 반려동물의 약물 투약 이상을 감지하는 INFU RETRO를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23 · 대본 약 36초
</a:t>
            </a:r>
            <a:br/>
            <a:r>
              <a:rPr lang="ko-KR" dirty="0"/>
              <a:t>여러분 혹시 반려동물을 키워보신 적 있으신가요? 저도 반려동물을 키워본 경험이 있는데요. 제가 키우는 라니가 점점 나이가 들어 야간에 입원을 하는 일들이 잦아졌습니다.
</a:t>
            </a:r>
            <a:br/>
            <a:r>
              <a:rPr lang="ko-KR" dirty="0"/>
              <a:t>실제로 하루는 입원 중에 수액 관련하여 사고가 일어났는데요. 이 과정에서 보험 및 병원과 법적 싸움까지 일어났습니다.
</a:t>
            </a:r>
            <a:br/>
            <a:r>
              <a:rPr lang="ko-KR" dirty="0"/>
              <a:t>그런데 사고 이후 증거를 모으는 과정에서 한 가지 문제점을 발견했습니다. 바로 수액 처치와 관련된 진료 기록이 제대로 남아 있지 않다는 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23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23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23 · 대본 약 19초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23 · 대본 약 12초
</a:t>
            </a:r>
            <a:br/>
            <a:r>
              <a:rPr lang="ko-KR" dirty="0"/>
              <a:t>저희는 동물병원과 수의과대학에서 먼저 문제를 확인했습니다. 현장 요구에 맞춰 제품을 고쳐 가며 발전시켰고, 그 결과 판매 계약까지 이어졌습니다.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23 · 대본 약 19초
</a:t>
            </a:r>
            <a:br/>
            <a:r>
              <a:rPr lang="ko-KR" dirty="0"/>
              <a:t>체중계 위에서 몸을 흔들면 숫자가 튀죠. 폴대에 걸린 수액도 똑같습니다. 자이로를 달면 보정되지만 비쌉니다.
</a:t>
            </a:r>
            <a:br/>
            <a:r>
              <a:rPr lang="ko-KR" dirty="0"/>
              <a:t>그래서 학습할 때만 자이로를 함께 달아 AI를 학습시키고, 제품에서는 자이로를 빼 AI 자이로 센서가 그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23 · 대본 약 4초
</a:t>
            </a:r>
            <a:br/>
            <a:r>
              <a:rPr lang="ko-KR" dirty="0"/>
              <a:t>센서가 하나라 싸고 작아져, 더 많은 병원에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23 · 대본 약 12초
</a:t>
            </a:r>
            <a:br/>
            <a:r>
              <a:rPr lang="ko-KR" dirty="0"/>
              <a:t>실제 시연입니다. 유속이 너무 빨라지거나, 줄이 막혀 느려지고 멈추면,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23 · 대본 약 12초
</a:t>
            </a:r>
            <a:br/>
            <a:r>
              <a:rPr lang="ko-KR" dirty="0"/>
              <a:t>알고리즘은 논문으로 검증했습니다. 유속을 세 상태로 바꿔 4×4 패턴으로 만들고, 경량 CNN이 기기 안에서 순간 흔들림과 진짜 이상을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23 · 대본 약 17초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23 · 대본 약 15초
</a:t>
            </a:r>
            <a:br/>
            <a:r>
              <a:rPr lang="ko-KR" dirty="0"/>
              <a:t>양육가구 95%가 병원에 가고, 처치는 3년 새 37% 늘었고, 수액 장비 시장도 매년 6.5% 넘게 큽니다.
</a:t>
            </a:r>
            <a:br/>
            <a:r>
              <a:rPr lang="ko-KR" dirty="0"/>
              <a:t>처치 기록은 이미 법정 의무, 발급 의무화까지 다가옵니다.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23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23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23 · 대본 약 9초
</a:t>
            </a:r>
            <a:br/>
            <a:r>
              <a:rPr lang="ko-KR" dirty="0"/>
              <a:t>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23 · 대본 약 12초
</a:t>
            </a:r>
            <a:br/>
            <a:r>
              <a:rPr lang="ko-KR" dirty="0"/>
              <a:t>판로는 문서로 확인했습니다. 전남대 수의과대학 구매의향서, ㈜씨엔 300개 기준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23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23 · 대본 약 13초
</a:t>
            </a:r>
            <a:br/>
            <a:r>
              <a:rPr lang="ko-KR" dirty="0"/>
              <a:t>모듈은 대당 25만 원에 팔고, 관제 구독으로 대당 월 12만 원을 받습니다. 동물병원, 수의대, 동물원에 팔고, 인증을 거쳐 사람 대형병원과 해외로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23 · 대본 약 11초
</a:t>
            </a:r>
            <a:br/>
            <a:r>
              <a:rPr lang="ko-KR" dirty="0"/>
              <a:t>사람 병원에선 먼저 보고됐습니다. 간호사 설문에서 근무조당 병실 방문이 두 번 줄었다는 응답이 나왔고, 알림 뒤 평균 2분 만에 대응했습니다.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23 · 대본 약 13초
</a:t>
            </a:r>
            <a:br/>
            <a:r>
              <a:rPr lang="ko-KR" dirty="0"/>
              <a:t>반려동물 사업으로 빠르게 수익을 내고, 사람에겐 모으기 힘든 의료 데이터를 쌓습니다. 이 데이터로 로드셀 가상 자이로 AI를 키워 측정 산업까지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23 · 대본 약 4초
</a:t>
            </a:r>
            <a:br/>
            <a:r>
              <a:rPr lang="ko-KR" dirty="0"/>
              <a:t>개발팀 넷, 의료실증팀 셋, 팀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/ 23 · 대본 약 7초
</a:t>
            </a:r>
            <a:br/>
            <a:r>
              <a:rPr lang="ko-KR" dirty="0"/>
              <a:t>대표 권용현은 의료기기 IoT 인턴 출신으로, 도지사상 두 번 등 대상 일곱 번을 받았습니다.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 / 23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모의 신호로 보여 드리면, 폴대가 흔들릴 때 무게 편차가 자이로 값과 0.95로 함께 움직입니다. 자이로로 보정하면 편차가 2.1 g에서 0.5 g으로 줄어듭니다.
</a:t>
            </a:r>
            <a:br/>
            <a:r>
              <a:rPr lang="ko-KR" dirty="0"/>
              <a:t>이 보정을 하중 신호만으로 재현하도록 학습해 제품에는 하중센서 하나만 넣고, 실측 로그로 다시 확인하고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분쟁 · 소송용 진료기록 열람 · 사본 발급 의무화는 농해수위를 통과해 법사위와 본회의를 기다리고 있고, 공포 후 1년 뒤 시행되며 공포일은 아직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막힘을 직접 잡고, 빠짐과 줄 끊김은 유속이 바뀔 때 과다 · 느림 알림으로 의심할 수 있으며,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A20
</a:t>
            </a:r>
            <a:br/>
            <a:r>
              <a:rPr lang="ko-KR" dirty="0"/>
              <a:t>질의응답용: 회사 소개입니다. 인퓨테크는 센서 하나로 입원 동물의 수액을 24시간 지켜보는 학생 창업기업이고, 공급 약정과 MOU로 1억 100만 원 규모 계약을 맺었습니다.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A21
</a:t>
            </a:r>
            <a:br/>
            <a:r>
              <a:rPr lang="ko-KR" dirty="0"/>
              <a:t>질의응답용: 수액 처치를 포함한 진료 기록은 수의사법상 작성 · 서명하고 1년간 보존해야 하며, 어기면 과태료입니다. 사람 병원과 달리 보호자 열람 · 사본 발급 권리는 없어, 이를 의무화하는 개정안이 농해수위를 통과해 법사위와 본회의를 기다리고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video" Target="../media/media-31-2.mp4"/><Relationship Id="rId3" Type="http://schemas.microsoft.com/office/2007/relationships/media" Target="../media/media-31-2.mp4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자이로 센서 기반 반려동물 약물 투약 이상감지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라니의 야간 입원, 그리고 남지 않은 기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고객의 문제로 만들고, 판매 계약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자이로 센서를 품은 하중센서 모듈, INFU RE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는 이미 일상, 기록 발급 의무화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로드셀 가상 자이로 AI로 측정 산업까지 넓힙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대표 권용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회사 소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기록 의무와 보호장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AI 자이로 센서 기반 반려동물 약물 투약 이상감지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2026-10-29T11:26:52Z</dcterms:created>
  <dcterms:modified xsi:type="dcterms:W3CDTF">2026-10-29T11:26:52Z</dcterms:modified>
</cp:coreProperties>
</file>