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dfbcecc5-4cb7-8d15-965c-3483f40b013a}">
          <p14:sldIdLst>
            <p14:sldId id="256"/>
          </p14:sldIdLst>
        </p14:section>
        <p14:section name="01 문제 배경" id="{e2b27c38-f069-9d68-1c6e-1c6633e54555}">
          <p14:sldIdLst>
            <p14:sldId id="257"/>
            <p14:sldId id="258"/>
            <p14:sldId id="259"/>
          </p14:sldIdLst>
        </p14:section>
        <p14:section name="02 기존 시스템의 한계" id="{b43b6178-262d-1e75-3984-33bf202ad380}">
          <p14:sldIdLst>
            <p14:sldId id="260"/>
          </p14:sldIdLst>
        </p14:section>
        <p14:section name="03 아이디어 소개" id="{afdb3f95-1056-6a91-6bf8-4db9523c4504}">
          <p14:sldIdLst>
            <p14:sldId id="261"/>
            <p14:sldId id="262"/>
            <p14:sldId id="263"/>
          </p14:sldIdLst>
        </p14:section>
        <p14:section name="04 시연" id="{2c0a0601-bef9-42a4-c20a-365a057056b7}">
          <p14:sldIdLst>
            <p14:sldId id="264"/>
            <p14:sldId id="265"/>
            <p14:sldId id="266"/>
          </p14:sldIdLst>
        </p14:section>
        <p14:section name="05 시장분석" id="{94abf063-1947-6829-e45d-31c56592236c}">
          <p14:sldIdLst>
            <p14:sldId id="267"/>
          </p14:sldIdLst>
        </p14:section>
        <p14:section name="06 차별점" id="{99b171ff-692d-e4a4-469e-cfccf856a175}">
          <p14:sldIdLst>
            <p14:sldId id="268"/>
            <p14:sldId id="269"/>
          </p14:sldIdLst>
        </p14:section>
        <p14:section name="07 제품 원가" id="{a52e3b8a-83e0-83c9-f797-ed7281401923}">
          <p14:sldIdLst>
            <p14:sldId id="270"/>
          </p14:sldIdLst>
        </p14:section>
        <p14:section name="08 MOU 체결 현황" id="{c1b0d845-bc2b-bf34-e048-86ca3c946a3b}">
          <p14:sldIdLst>
            <p14:sldId id="271"/>
          </p14:sldIdLst>
        </p14:section>
        <p14:section name="09 시장 진입 전략" id="{105c4c2b-a3a6-7647-3ba5-00f146111e32}">
          <p14:sldIdLst>
            <p14:sldId id="272"/>
          </p14:sldIdLst>
        </p14:section>
        <p14:section name="10 비즈니스 모델" id="{4533a566-dd39-dc04-973f-1143e49fca2d}">
          <p14:sldIdLst>
            <p14:sldId id="273"/>
          </p14:sldIdLst>
        </p14:section>
        <p14:section name="11 기대효과" id="{2d6987f5-81b3-19fb-6515-7cf986385aca}">
          <p14:sldIdLst>
            <p14:sldId id="274"/>
            <p14:sldId id="275"/>
          </p14:sldIdLst>
        </p14:section>
        <p14:section name="12 팀 소개" id="{8867c148-f2bf-2e6f-ef01-918a3e95a0c6}">
          <p14:sldIdLst>
            <p14:sldId id="276"/>
            <p14:sldId id="277"/>
          </p14:sldIdLst>
        </p14:section>
        <p14:section name="마무리" id="{2269a067-9546-5282-4933-29f554a32d0a}">
          <p14:sldIdLst>
            <p14:sldId id="278"/>
          </p14:sldIdLst>
        </p14:section>
        <p14:section name="부록" id="{19057ba6-912b-58d1-9c36-c4521551a540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/ 23 · 대본 약 11초
</a:t>
            </a:r>
            <a:br/>
            <a:r>
              <a:rPr lang="ko-KR" dirty="0"/>
              <a:t>안녕하십니까, 팀 WON SHOT입니다. AI로 구현한 자이로 센서로, 반려동물의 약물 투약 이상을 감지하는 INFU RETRO를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/ 23 · 대본 약 36초
</a:t>
            </a:r>
            <a:br/>
            <a:r>
              <a:rPr lang="ko-KR" dirty="0"/>
              <a:t>여러분 혹시 반려동물을 키워보신 적 있으신가요? 저도 반려동물을 키워본 경험이 있는데요. 제가 키우는 라니가 점점 나이가 들어 야간에 입원을 하는 일들이 잦아졌습니다.
</a:t>
            </a:r>
            <a:br/>
            <a:r>
              <a:rPr lang="ko-KR" dirty="0"/>
              <a:t>실제로 하루는 입원 중에 수액 관련하여 사고가 일어났는데요. 이 과정에서 보험 및 병원과 법적 싸움까지 일어났습니다.
</a:t>
            </a:r>
            <a:br/>
            <a:r>
              <a:rPr lang="ko-KR" dirty="0"/>
              <a:t>그런데 사고 이후 증거를 모으는 과정에서 한 가지 문제점을 발견했습니다. 바로 수액 처치와 관련된 진료 기록이 제대로 남아 있지 않다는 점이었습니다.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/ 23 · 대본 약 14초
</a:t>
            </a:r>
            <a:br/>
            <a:r>
              <a:rPr lang="ko-KR" dirty="0"/>
              <a:t>첫째, 확인 공백입니다. 입원 동물 수액 카테터의 26.7%에서 정맥염이나 빠짐 같은 합병증이 생깁니다.
</a:t>
            </a:r>
            <a:br/>
            <a:r>
              <a:rPr lang="ko-KR" dirty="0"/>
              <a:t>그런데 24시간 지켜보는 병원은 서울 100곳 중 8곳뿐입니다.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/ 23 · 대본 약 16초
</a:t>
            </a:r>
            <a:br/>
            <a:r>
              <a:rPr lang="ko-KR" dirty="0"/>
              <a:t>둘째, 기록 공백입니다. 피해구제 신청은 4년 만에 세 배로 늘었습니다.
</a:t>
            </a:r>
            <a:br/>
            <a:r>
              <a:rPr lang="ko-KR" dirty="0"/>
              <a:t>진료기록이 있으면 30%가 해결되지만, 없으면 19.5%에 그칩니다. 기록이 자동으로 남아야 하는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/ 23 · 대본 약 19초
</a:t>
            </a:r>
            <a:br/>
            <a:r>
              <a:rPr lang="ko-KR" dirty="0"/>
              <a:t>손 기록엔 빈칸이 생기고, 병원 열 곳 중 일곱 곳은 수의사 한 명이라 순회 사이를 못 봅니다.
</a:t>
            </a:r>
            <a:br/>
            <a:r>
              <a:rPr lang="ko-KR" dirty="0"/>
              <a:t>장비는 110만 원 펌프, 100만 원이 넘는 다중 센서 폴대라 비쌉니다. 그래서 필요한 건, 자동으로 남고 24시간 지키는, 기존 폴대에 붙는 센서 하나입니다.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/ 23 · 대본 약 12초
</a:t>
            </a:r>
            <a:br/>
            <a:r>
              <a:rPr lang="ko-KR" dirty="0"/>
              <a:t>저희는 동물병원과 수의과대학에서 먼저 문제를 확인했습니다. 현장 요구에 맞춰 제품을 고쳐 가며 발전시켰고, 그 결과 판매 계약까지 이어졌습니다.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/ 23 · 대본 약 19초
</a:t>
            </a:r>
            <a:br/>
            <a:r>
              <a:rPr lang="ko-KR" dirty="0"/>
              <a:t>체중계 위에서 몸을 흔들면 숫자가 튀죠. 폴대에 걸린 수액도 똑같습니다. 자이로를 달면 보정되지만 비쌉니다.
</a:t>
            </a:r>
            <a:br/>
            <a:r>
              <a:rPr lang="ko-KR" dirty="0"/>
              <a:t>그래서 학습할 때만 자이로를 함께 달아 AI를 학습시키고, 제품에서는 자이로를 빼 AI 자이로 센서가 그 역할을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/ 23 · 대본 약 4초
</a:t>
            </a:r>
            <a:br/>
            <a:r>
              <a:rPr lang="ko-KR" dirty="0"/>
              <a:t>센서가 하나라 싸고 작아져, 더 많은 병원에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/ 23 · 대본 약 12초
</a:t>
            </a:r>
            <a:br/>
            <a:r>
              <a:rPr lang="ko-KR" dirty="0"/>
              <a:t>실제 시연입니다. 수액백을 걸고 유속을 바꾸면, 빠를 때도 느릴 때도 대시보드와 휴대폰에 바로 알림이 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/ 23 · 대본 약 12초
</a:t>
            </a:r>
            <a:br/>
            <a:r>
              <a:rPr lang="ko-KR" dirty="0"/>
              <a:t>알고리즘은 논문으로 검증했습니다. 유속을 세 상태로 바꿔 4×4 패턴으로 만들고, 경량 CNN이 기기 안에서 순간 흔들림과 진짜 이상을 구분합니다.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/ 23 · 대본 약 17초
</a:t>
            </a:r>
            <a:br/>
            <a:r>
              <a:rPr lang="ko-KR" dirty="0"/>
              <a:t>당겨짐과 흔들림을 1,000회 반복한 시험에서, 잔량 오차 3% 이내, 이상 감지 5초 이내, 판별 정확도 97.3%를 확인했습니다.
</a:t>
            </a:r>
            <a:br/>
            <a:r>
              <a:rPr lang="ko-KR" dirty="0"/>
              <a:t>특허 3건이 심사 중이고, 다음은 전북 동물병원 입원실에서 다시 검증합니다.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/ 23 · 대본 약 15초
</a:t>
            </a:r>
            <a:br/>
            <a:r>
              <a:rPr lang="ko-KR" dirty="0"/>
              <a:t>반려가구는 29.2%로 역대 최대, 동물병원은 5,312곳입니다.
</a:t>
            </a:r>
            <a:br/>
            <a:r>
              <a:rPr lang="ko-KR" dirty="0"/>
              <a:t>마약류 처방은 3년 새 37% 늘었고, 진료기록 발급 의무화도 다가옵니다. 지금이 진입 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/ 23 · 대본 약 13초
</a:t>
            </a:r>
            <a:br/>
            <a:r>
              <a:rPr lang="ko-KR" dirty="0"/>
              <a:t>대안과 비교하면, 펌프는 비싸고, 다른 제품은 사람 병원용이거나 폴대를 바꿔야 합니다.
</a:t>
            </a:r>
            <a:br/>
            <a:r>
              <a:rPr lang="ko-KR" dirty="0"/>
              <a:t>INFU RETRO는 25만 원에, 기존 폴대에 끼우는 동물병원 전용 제품입니다.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/ 23 · 대본 약 14초
</a:t>
            </a:r>
            <a:br/>
            <a:r>
              <a:rPr lang="ko-KR" dirty="0"/>
              <a:t>인허가도 가볍습니다. 동물 전용 기기는 식약처가 아니라 농림축산검역본부 소관입니다.
</a:t>
            </a:r>
            <a:br/>
            <a:r>
              <a:rPr lang="ko-KR" dirty="0"/>
              <a:t>몸에 닿지 않고 주입도 제어하지 않아, 신고만 하면 되는 가장 낮은 1등급 기준에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/ 23 · 대본 약 9초
</a:t>
            </a:r>
            <a:br/>
            <a:r>
              <a:rPr lang="ko-KR" dirty="0"/>
              <a:t>원가는 8만 원, 25만 원에 팔면 대당 17만 원이 남습니다.
</a:t>
            </a:r>
            <a:br/>
            <a:r>
              <a:rPr lang="ko-KR" dirty="0"/>
              <a:t>월 12만 원 구독료에는 관리비가 포함됩니다.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/ 23 · 대본 약 12초
</a:t>
            </a:r>
            <a:br/>
            <a:r>
              <a:rPr lang="ko-KR" dirty="0"/>
              <a:t>판로는 문서로 확인했습니다. 전남대 수의과대학 구매의향서, ㈜씨엔 300개 기준 공급 약정, 그리고 유통사 SKM&amp;M과 5,000만 원 규모 MOU입니다.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/ 23 · 대본 약 11초
</a:t>
            </a:r>
            <a:br/>
            <a:r>
              <a:rPr lang="ko-KR" dirty="0"/>
              <a:t>전국 5,312곳, 약 449억 원 시장 가운데 호남권 300곳을 먼저 공략해, 3년 안에 50곳 250대, 연 4억 원 규모를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/ 23 · 대본 약 13초
</a:t>
            </a:r>
            <a:br/>
            <a:r>
              <a:rPr lang="ko-KR" dirty="0"/>
              <a:t>모듈은 대당 25만 원에 팔고, 관제 구독으로 대당 월 12만 원을 받습니다. 동물병원, 수의대, 동물원에 팔고, 인증을 거쳐 사람 대형병원과 해외로 넓힙니다.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/ 23 · 대본 약 11초
</a:t>
            </a:r>
            <a:br/>
            <a:r>
              <a:rPr lang="ko-KR" dirty="0"/>
              <a:t>사람 병원에선 먼저 보고됐습니다. 간호사 설문에서 근무조당 병실 방문이 두 번 줄었다는 응답이 나왔고, 알림 뒤 평균 2분 만에 대응했습니다.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/ 23 · 대본 약 13초
</a:t>
            </a:r>
            <a:br/>
            <a:r>
              <a:rPr lang="ko-KR" dirty="0"/>
              <a:t>제품은 손 기록과 장비비를 줄입니다. 사람에겐 모으기 어려운 수액 데이터를 진료 중에 쌓아, 체중계처럼 보정이 필요한 체성분계, 체크웨이어, 휴머노이드로 넓힙니다.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/ 23 · 대본 약 4초
</a:t>
            </a:r>
            <a:br/>
            <a:r>
              <a:rPr lang="ko-KR" dirty="0"/>
              <a:t>개발팀 넷, 의료실증팀 셋, 팀 WON SHOT입니다.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/ 23 · 대본 약 7초
</a:t>
            </a:r>
            <a:br/>
            <a:r>
              <a:rPr lang="ko-KR" dirty="0"/>
              <a:t>대표 권용현은 의료기기 IoT 인턴 출신으로, 도지사상 두 번 등 대상 일곱 번을 받았습니다.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 / 23 · 대본 약 6초
</a:t>
            </a:r>
            <a:br/>
            <a:r>
              <a:rPr lang="ko-KR" dirty="0"/>
              <a:t>기술로 피워내는 따뜻한 돌봄의 미래, INFU RETRO가 만들겠습니다.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
</a:t>
            </a:r>
            <a:br/>
            <a:r>
              <a:rPr lang="ko-KR" dirty="0"/>
              <a:t>질의응답용: 전체 구조입니다. 로드셀 하나로 1초마다 무게를 재고, 모듈 안의 ESP32가 칼만필터와 CNN으로 바로 판정합니다.
</a:t>
            </a:r>
            <a:br/>
            <a:r>
              <a:rPr lang="ko-KR" dirty="0"/>
              <a:t>이벤트는 MQTT로 보내 서버에 기록하고, 대시보드와 휴대폰에 알립니다. 판정을 기기에서 하니 서버 응답을 기다리지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A2
</a:t>
            </a:r>
            <a:br/>
            <a:r>
              <a:rPr lang="ko-KR" dirty="0"/>
              <a:t>질의응답용: 로드셀 신호가 ADC까지 가는 길을 짧게 두고, 입력단 RC 필터와 아날로그 전원 LC 필터로 잡음을 막았습니다.
</a:t>
            </a:r>
            <a:br/>
            <a:r>
              <a:rPr lang="ko-KR" dirty="0"/>
              <a:t>ADS1232가 증폭과 24비트 변환을 함께 하고, 디지털부인 ESP32는 뒷면에 따로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A3
</a:t>
            </a:r>
            <a:br/>
            <a:r>
              <a:rPr lang="ko-KR" dirty="0"/>
              <a:t>질의응답용: 네 단계 파이프라인과 CNN 학습 로그입니다. 97.3%는 마지막 6 epoch 검증 정확도의 평균이고, 범위는 95.2~99.0%입니다.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A4
</a:t>
            </a:r>
            <a:br/>
            <a:r>
              <a:rPr lang="ko-KR" dirty="0"/>
              <a:t>질의응답용: 거치 직후 기준 유속을 스스로 재고, 순간 유속이 기준에서 얼마나 벗어났는지를 빠름 · 정상 · 느림 세 상태로 바꿉니다.
</a:t>
            </a:r>
            <a:br/>
            <a:r>
              <a:rPr lang="ko-KR" dirty="0"/>
              <a:t>연속 16개 상태를 4×4 이미지로 만들어, 한 시점이 아니라 시간 흐름의 모양으로 판단합니다.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A5
</a:t>
            </a:r>
            <a:br/>
            <a:r>
              <a:rPr lang="ko-KR" dirty="0"/>
              <a:t>질의응답용: 판정 모델은 합성곱 한 층과 완전연결 두 층의 작은 CNN입니다. 파라미터는 약 660개, 메모리 약 10KB라 ESP32 안에서 통신 스택과 함께 돕니다.
</a:t>
            </a:r>
            <a:br/>
            <a:r>
              <a:rPr lang="ko-KR" dirty="0"/>
              <a:t>선행 방식과 달리 사용자 입력과 점적 계수가 필요 없고, 한 시점이 아닌 16개 상태의 패턴으로 판단합니다.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A6
</a:t>
            </a:r>
            <a:br/>
            <a:r>
              <a:rPr lang="ko-KR" dirty="0"/>
              <a:t>질의응답용: 의료 데이터로 먼저 학습한 가중치를 가져와, 모의 병실에서 모은 실측 데이터로 미세 조정했습니다.
</a:t>
            </a:r>
            <a:br/>
            <a:r>
              <a:rPr lang="ko-KR" dirty="0"/>
              <a:t>실측 데이터를 나눠 번갈아 검증했고, 최근 6 epoch 검증 정확도 평균이 97.3%입니다. 완성된 모델은 약 10KB로 ESP32에 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A7
</a:t>
            </a:r>
            <a:br/>
            <a:r>
              <a:rPr lang="ko-KR" dirty="0"/>
              <a:t>질의응답용: 모의 신호로 보여 드리면, 폴대가 흔들릴 때 무게 편차가 자이로 값과 0.95로 함께 움직입니다. 자이로로 보정하면 편차가 2.1 g에서 0.5 g으로 줄어듭니다.
</a:t>
            </a:r>
            <a:br/>
            <a:r>
              <a:rPr lang="ko-KR" dirty="0"/>
              <a:t>이 보정을 하중 신호만으로 재현하도록 학습해 제품에는 하중센서 하나만 넣고, 실측 로그로 다시 확인하고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A8
</a:t>
            </a:r>
            <a:br/>
            <a:r>
              <a:rPr lang="ko-KR" dirty="0"/>
              <a:t>질의응답용: 폴대 걸이형 INFU입니다. 폴대 꼭대기에 십자형 걸이를 끼우는 형태로, 갈고리 네 곳마다 로드셀이 들어갑니다.
</a:t>
            </a:r>
            <a:br/>
            <a:r>
              <a:rPr lang="ko-KR" dirty="0"/>
              <a:t>왼쪽이 실물 시제품, 가운데가 구조 렌더 영상, 오른쪽이 2차 구상도와 부품 리스트입니다.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A9
</a:t>
            </a:r>
            <a:br/>
            <a:r>
              <a:rPr lang="ko-KR" dirty="0"/>
              <a:t>질의응답용: 국내 학회 발표 논문 전문입니다.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A10
</a:t>
            </a:r>
            <a:br/>
            <a:r>
              <a:rPr lang="ko-KR" dirty="0"/>
              <a:t>질의응답용: ㈜씨엔과 맺은 물품공급 및 판매 약정서 전문입니다.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A11
</a:t>
            </a:r>
            <a:br/>
            <a:r>
              <a:rPr lang="ko-KR" dirty="0"/>
              <a:t>질의응답용: ㈜에스케이엠엔엠과 맺은 구매의향 및 사업협력 업무협약서 전문입니다.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A12
</a:t>
            </a:r>
            <a:br/>
            <a:r>
              <a:rPr lang="ko-KR" dirty="0"/>
              <a:t>질의응답용: 공개된 인터뷰와 청원, 보도에 실린 수의사, 간호 인력, 보호자의 실제 발언과 조사 수치입니다. 저희가 진행한 인터뷰가 아니라 출처가 있는 공개 발언입니다.
</a:t>
            </a:r>
            <a:br/>
            <a:r>
              <a:rPr lang="ko-KR" dirty="0"/>
              <a:t>진료수의사의 53.4%가 야간 · 휴일 근무를 가장 큰 어려움으로 꼽았고, 동물병원 서비스는 소비자 평가 40개 시장 중 37위입니다.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A13
</a:t>
            </a:r>
            <a:br/>
            <a:r>
              <a:rPr lang="ko-KR" dirty="0"/>
              <a:t>질의응답용: 마약류 처방량 추이와 기록을 요구하는 규제 흐름입니다. 분쟁 · 소송용 진료기록 열람 · 사본 발급 의무화는 농해수위를 통과해 법사위와 본회의를 기다리고 있고, 공포 후 1년 뒤 시행되며 공포일은 아직 정해지지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A14
</a:t>
            </a:r>
            <a:br/>
            <a:r>
              <a:rPr lang="ko-KR" dirty="0"/>
              <a:t>질의응답용: 업무 부담 완화 근거입니다. 사람 병원 연구 두 편과 동물병원 인력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A15
</a:t>
            </a:r>
            <a:br/>
            <a:r>
              <a:rPr lang="ko-KR" dirty="0"/>
              <a:t>질의응답용: 4장 분쟁 자료의 상세입니다. 처리된 121건 중 해결은 32건이고, 진료부가 있으면 30%, 없으면 19.5%가 해결됐습니다.
</a:t>
            </a:r>
            <a:br/>
            <a:r>
              <a:rPr lang="ko-KR" dirty="0"/>
              <a:t>신청 사유의 75%가 진료상 과실이고 그중 처치 미흡이 가장 많습니다. 소비자원도 객관적 기록을 남기라고 권했습니다.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A16
</a:t>
            </a:r>
            <a:br/>
            <a:r>
              <a:rPr lang="ko-KR" dirty="0"/>
              <a:t>질의응답용: 3장 26.7%의 근거입니다. 연구마다 19.9에서 46.6%까지 다르고, 가장 큰 다기관 연구의 값을 썼습니다. 단위는 동물이 아니라 카테터입니다.
</a:t>
            </a:r>
            <a:br/>
            <a:r>
              <a:rPr lang="ko-KR" dirty="0"/>
              <a:t>무게로는 막힘과 빠짐을 직접 잡고, 정맥염은 유속이 느려질 때 간접적으로만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A17
</a:t>
            </a:r>
            <a:br/>
            <a:r>
              <a:rPr lang="ko-KR" dirty="0"/>
              <a:t>질의응답용: 보호자 지출과 시장 규모 산출식입니다. 최근 2년 치료비는 전체 가구 평균 57.7만 원에서 102.7만 원으로 늘었습니다.
</a:t>
            </a:r>
            <a:br/>
            <a:r>
              <a:rPr lang="ko-KR" dirty="0"/>
              <a:t>시장 규모는 병원당 5대, 장비와 첫해 구독을 더한 845만 원에 병원 수를 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A18
</a:t>
            </a:r>
            <a:br/>
            <a:r>
              <a:rPr lang="ko-KR" dirty="0"/>
              <a:t>질의응답용: 보호자가 반려동물에 사람 수준으로 돈을 쓰는 실제 사례입니다. 청담동 반려견 오마카세는 7코스에 최대 7만 8천 원, 서울 반려견 유치원은 대형견 월 34만 원입니다.
</a:t>
            </a:r>
            <a:br/>
            <a:r>
              <a:rPr lang="ko-KR" dirty="0"/>
              <a:t>G마켓에서는 개모차가 유모차보다 많이 팔렸고, 장례 처리 건수는 2년 새 두 배가 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A19
</a:t>
            </a:r>
            <a:br/>
            <a:r>
              <a:rPr lang="ko-KR" dirty="0"/>
              <a:t>질의응답용: 숫자로 본 지출 추세입니다. 펫보험 보유계약은 3년 새 3.5배인 25만 건이 됐고, 연 50만 원 이상 쓰는 고객은 4년 새 41% 늘었습니다.
</a:t>
            </a:r>
            <a:br/>
            <a:r>
              <a:rPr lang="ko-KR" dirty="0"/>
              <a:t>지출이 커진 만큼 진료 분쟁도 늘어, 기록의 필요가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A20
</a:t>
            </a:r>
            <a:br/>
            <a:r>
              <a:rPr lang="ko-KR" dirty="0"/>
              <a:t>질의응답용: 회사 소개입니다. 인퓨테크는 센서 하나로 입원 동물의 수액을 24시간 지켜보는 학생 창업기업이고, 공급 약정과 MOU로 1억 100만 원 규모 계약을 맺었습니다.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A21
</a:t>
            </a:r>
            <a:br/>
            <a:r>
              <a:rPr lang="ko-KR" dirty="0"/>
              <a:t>질의응답용: 수액 처치를 포함한 진료 기록은 수의사법상 작성 · 서명하고 1년간 보존해야 하며, 어기면 과태료입니다. 사람 병원과 달리 보호자 열람 · 사본 발급 권리는 없어, 이를 의무화하는 개정안이 농해수위를 통과해 법사위와 본회의를 기다리고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video" Target="../media/media-9-2.mp4"/><Relationship Id="rId3" Type="http://schemas.microsoft.com/office/2007/relationships/media" Target="../media/media-9-2.mp4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video" Target="../media/media-31-2.mp4"/><Relationship Id="rId3" Type="http://schemas.microsoft.com/office/2007/relationships/media" Target="../media/media-31-2.mp4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자이로 센서 기반 반려동물 약물 투약 이상감지 솔루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라니의 야간 입원, 그리고 남지 않은 기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① 확인 공백 — 26.7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② 기록 공백 — 해결률 19.5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지금 방식으로는 두 공백을 메울 수 없습니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고객의 문제로 만들고, 판매 계약까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자이로 센서를 품은 하중센서 모듈, INFU RET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센서는 줄이고, 학습으로 채웠습니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시연 영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31" y="1413570"/>
            <a:ext cx="6897515" cy="38799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논문 — 상태 패턴 분석 기반 수액 이상 감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검증 성과 — 숫자로 증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시장 — 수요와 기록 발급 의무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차별점 — 대안 비교와 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인허가 — 사람용 의료기기 허가 없이 공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제품 원가와 수익 구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구매의향 · 공급 약정 · MO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전북에서 증명하고, 전국 5,312곳으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모듈은 한 번, 관제는 매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순회는 줄이고, 먼저 알아챕니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제품으로 부담을 덜고, 데이터로 확장합니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팀 WON 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대표 권용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기술로 피워내는 따뜻한 돌봄의 미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시스템 구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하드웨어 · 잡음 설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핵심 알고리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판별 파이프라인 ① 패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판별 파이프라인 ② 경량 CN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데이터 구축 · 학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센서 절감 학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INFU 폴대 걸이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90697" y="1559620"/>
            <a:ext cx="2863580" cy="4133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 repeatCount="indefinite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논문 전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㈜씨엔 공급 약정서 전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SKM&amp;M 업무협약서 전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현장의 목소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마약류 처방량과 보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업무 부담 완화 근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동물병원 분쟁 상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수액 카테터 합병증 근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보호자 지출과 시장 산출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반려동물 소비 고급화 — 사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반려동물 지출 추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회사 소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부록 · 기록 의무와 보호장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WON 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INFU RETRO — AI 자이로 센서 기반 반려동물 약물 투약 이상감지 솔루션</dc:title>
  <dc:subject>2026 NEXT WAVE-UP 아이디어 리그 · 일반·기술 트랙</dc:subject>
  <dc:creator>WON SHOT</dc:creator>
  <cp:lastModifiedBy>WON SHOT</cp:lastModifiedBy>
  <cp:revision>1</cp:revision>
  <dcterms:created xsi:type="dcterms:W3CDTF">2026-10-29T08:36:14Z</dcterms:created>
  <dcterms:modified xsi:type="dcterms:W3CDTF">2026-10-29T08:36:14Z</dcterms:modified>
</cp:coreProperties>
</file>