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e9a6612-dcf4-d718-b776-5de2386b1aa0}">
          <p14:sldIdLst>
            <p14:sldId id="256"/>
          </p14:sldIdLst>
        </p14:section>
        <p14:section name="01 문제 배경" id="{671c0291-d994-3e5c-3339-59ad2fbe1afc}">
          <p14:sldIdLst>
            <p14:sldId id="257"/>
            <p14:sldId id="258"/>
            <p14:sldId id="259"/>
          </p14:sldIdLst>
        </p14:section>
        <p14:section name="02 기존 시스템의 한계" id="{38cd5ec3-a954-f97e-5b8c-4003f981cfcc}">
          <p14:sldIdLst>
            <p14:sldId id="260"/>
          </p14:sldIdLst>
        </p14:section>
        <p14:section name="03 아이디어 소개" id="{664402e3-89fe-6579-0aa8-b069410c0f22}">
          <p14:sldIdLst>
            <p14:sldId id="261"/>
            <p14:sldId id="262"/>
            <p14:sldId id="263"/>
          </p14:sldIdLst>
        </p14:section>
        <p14:section name="04 시연" id="{199d5da6-8320-8a7b-f7e0-1900c87c3bc5}">
          <p14:sldIdLst>
            <p14:sldId id="264"/>
            <p14:sldId id="265"/>
            <p14:sldId id="266"/>
          </p14:sldIdLst>
        </p14:section>
        <p14:section name="05 시장분석" id="{bd2b7cc7-a92c-977b-6198-bff1a2624149}">
          <p14:sldIdLst>
            <p14:sldId id="267"/>
          </p14:sldIdLst>
        </p14:section>
        <p14:section name="06 차별점" id="{2fd73724-322c-a62d-6960-f9aa1cf92f72}">
          <p14:sldIdLst>
            <p14:sldId id="268"/>
            <p14:sldId id="269"/>
          </p14:sldIdLst>
        </p14:section>
        <p14:section name="07 제품 원가" id="{a5fc1163-326d-f71c-527e-6a3a8b54604d}">
          <p14:sldIdLst>
            <p14:sldId id="270"/>
          </p14:sldIdLst>
        </p14:section>
        <p14:section name="08 MOU 체결 현황" id="{6eac5102-d91c-3c5a-881d-5f359776bfe6}">
          <p14:sldIdLst>
            <p14:sldId id="271"/>
          </p14:sldIdLst>
        </p14:section>
        <p14:section name="09 시장 진입 전략" id="{82b601d3-a3a4-2a6f-80b4-c27fee7a7db2}">
          <p14:sldIdLst>
            <p14:sldId id="272"/>
          </p14:sldIdLst>
        </p14:section>
        <p14:section name="10 비즈니스 모델" id="{2ecbb35a-2d31-dfad-360a-084cf3b1110b}">
          <p14:sldIdLst>
            <p14:sldId id="273"/>
          </p14:sldIdLst>
        </p14:section>
        <p14:section name="11 기대효과" id="{db9aed57-272a-dd98-96db-cde21858c2e9}">
          <p14:sldIdLst>
            <p14:sldId id="274"/>
          </p14:sldIdLst>
        </p14:section>
        <p14:section name="12 팀 소개" id="{36a28869-345d-7743-5f7f-648ff12c869a}">
          <p14:sldIdLst>
            <p14:sldId id="275"/>
          </p14:sldIdLst>
        </p14:section>
        <p14:section name="마무리" id="{39658c86-9802-c210-cbac-08ef3d62aa23}">
          <p14:sldIdLst>
            <p14:sldId id="276"/>
          </p14:sldIdLst>
        </p14:section>
        <p14:section name="부록" id="{b8478ef6-7a37-83a7-7cdc-9b6b7fe4b214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21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21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21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21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21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21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21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21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21 · 대본 약 12초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21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21 · 대본 약 18초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실제 환경으로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21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21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21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21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21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21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21 · 대본 약 18초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간호인력이 부족한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21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21 · 대본 약 8초
</a:t>
            </a:r>
            <a:br/>
            <a:r>
              <a:rPr lang="ko-KR" dirty="0"/>
              <a:t>개발팀 네 명이 하드웨어와 AI, 서버를, 의료실증팀 세 명이 현장 시험을 맡은 팀,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21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학습 장비에서 무게와 자이로를 함께 기록해, 폴대가 흔들릴 때 무게 편차가 자이로 값과 0.95로 함께 움직이는 것을 확인했습니다.
</a:t>
            </a:r>
            <a:br/>
            <a:r>
              <a:rPr lang="ko-KR" dirty="0"/>
              <a:t>이 관계로 보정을 튜닝해 두면, 제품에는 자이로 없이 무게센서 하나만 넣어도 편차가 2.1 g에서 0.5 g으로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video" Target="../media/media-29-2.mp4"/><Relationship Id="rId3" Type="http://schemas.microsoft.com/office/2007/relationships/media" Target="../media/media-29-2.mp4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2026-10-28T16:36:27Z</dcterms:created>
  <dcterms:modified xsi:type="dcterms:W3CDTF">2026-10-28T16:36:27Z</dcterms:modified>
</cp:coreProperties>
</file>